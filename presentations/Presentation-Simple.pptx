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ROBOTICS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robot that sorts boxes by their QR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C4D3E0"/>
                </a:solidFill>
                <a:latin typeface="Calibri"/>
              </a:rPr>
              <a:t>How it picks up a box, reads its code and places it on the right shelf by itself — explained simply, step by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0A4B5"/>
                </a:solidFill>
                <a:latin typeface="Calibri"/>
              </a:rPr>
              <a:t>QR Sorting Robot  •  Cartesian XYZ gantry + ESP32  •  PC-decode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does the robot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A miniature automated warehouse: pick &amp; place with sorting by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Boxes arrive, each with a QR code stuck on it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code says WHERE the box must go (e.g. MS0011, CJ0012)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robot picks up the box and reads its code with a camera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decides by itself which shelf it belongs to and places it there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returns and waits for the next box — fully automatic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 short: 5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2148840" cy="201168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2148840" cy="594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1965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PICK the box
from the feed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2377440"/>
            <a:ext cx="2148840" cy="201168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61488" y="2377440"/>
            <a:ext cx="2148840" cy="594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3774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3108960"/>
            <a:ext cx="1965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BRING the box
to the camera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0056" y="2377440"/>
            <a:ext cx="2148840" cy="201168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0056" y="2377440"/>
            <a:ext cx="2148840" cy="594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0056" y="23774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3108960"/>
            <a:ext cx="1965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READ
the QR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78624" y="2377440"/>
            <a:ext cx="2148840" cy="201168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78624" y="2377440"/>
            <a:ext cx="2148840" cy="594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23774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3108960"/>
            <a:ext cx="1965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DECIDE
the right shelf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7192" y="2377440"/>
            <a:ext cx="2148840" cy="201168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37192" y="2377440"/>
            <a:ext cx="2148840" cy="594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2377440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108960"/>
            <a:ext cx="1965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PLACE the box
and return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the robot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A Cartesian XYZ frame (gantry), not an articulated 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has 3 axes sliding on straight rails: X, Y and Z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X = left/right, Y = front/back, Z = up/down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Combining the 3, the tip reaches any point (like a 3D map)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Same principle as a 3D printer or a CNC machine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Stepper motors: they turn in equal steps → very precise positioning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the robot “sees” the QR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A QR code = a “2D barcode” that hides a piece of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On its tip it carries a small camera (ESP32-CAM)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camera STREAMS the video over WiFi to a PC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On the PC, a Python program (OpenCV) decodes the code into text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Why on the PC? It is far more accurate than decoding on the tiny chip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camera is always brought to the same spot so it stays in focus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three actors of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192024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1920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THE EYE — ESP32-CAM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Sits on the tip. Streams the video over WiFi. Decodes nothing, moves nothing.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657600" cy="192024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109728" cy="192024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C87A00"/>
                </a:solidFill>
                <a:latin typeface="Calibri"/>
              </a:rPr>
              <a:t>THE PC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Receives the video, decodes the QR with OpenCV, sends the code to the brain.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566160" cy="1920240"/>
          </a:xfrm>
          <a:prstGeom prst="rect">
            <a:avLst/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109728" cy="1920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37360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THE BRAIN — ESP32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Gets the code, drives the motors and the hand, decides the shelf.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22B33"/>
                </a:solidFill>
                <a:latin typeface="Calibri"/>
              </a:rPr>
              <a:t>Data flows one way:  </a:t>
            </a:r>
            <a:r>
              <a:rPr sz="2000" b="1">
                <a:solidFill>
                  <a:srgbClr val="1F6FB2"/>
                </a:solidFill>
                <a:latin typeface="Calibri"/>
              </a:rPr>
              <a:t>camera  →  (WiFi video)  →  PC  →  (USB cable, “QR:CJ0012”)  →  brain.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it decides where to put the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Fixed code → cell mapping: simple and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shelves are a grid of 3 rows × 2 columns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Each code has a fixed cell, set in advance: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MS0011 → row 1 left, CJ0012 → row 2 right, etc.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robot looks the code up in a table and goes exactly there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Unknown code? It rejects it — it will not risk a mistake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ESP32 and not classic Arduino?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ESP32 = a small, cheap and powerful “mini-computer”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has WiFi/radio built in → needed for the wireless video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has far more memory → it can handle the camera image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has 2 cores → it moves the motors AND communicates at the same time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generates the motor pulses with dedicated hardware (precise)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C87A00"/>
                </a:solidFill>
                <a:latin typeface="Calibri"/>
              </a:rPr>
              <a:t>•  An Arduino Uno (2KB memory, no radio) simply could not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Safety: how it does NOT hit the shelves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Simple rules that prevent collisions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ALWAYS raises the arm (Z) before moving sideways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On power-up it does “homing”: it finds the zero point by itself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It has software limits — it cannot leave the working area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A STOP command that halts everything instantly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 short —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Thank you!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An XYZ robot that sorts boxes fully automatically, by QR code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Two ESP32 boards: one “sees”, one “drives”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A PC decodes the code for high accuracy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Precise motors + camera + a hand that grabs the box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2E8B57"/>
                </a:solidFill>
                <a:latin typeface="Calibri"/>
              </a:rPr>
              <a:t>•  Every decision was made for reliability and simplicity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